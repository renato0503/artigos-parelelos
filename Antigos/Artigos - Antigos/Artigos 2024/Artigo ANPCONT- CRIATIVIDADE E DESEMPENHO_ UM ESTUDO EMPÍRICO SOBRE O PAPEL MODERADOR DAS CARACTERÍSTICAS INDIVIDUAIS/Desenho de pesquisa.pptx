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93350" y="1218413"/>
            <a:ext cx="2519100" cy="12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Criatividade</a:t>
            </a:r>
            <a:endParaRPr sz="1500"/>
          </a:p>
        </p:txBody>
      </p:sp>
      <p:sp>
        <p:nvSpPr>
          <p:cNvPr id="55" name="Google Shape;55;p13"/>
          <p:cNvSpPr/>
          <p:nvPr/>
        </p:nvSpPr>
        <p:spPr>
          <a:xfrm>
            <a:off x="5772475" y="1208932"/>
            <a:ext cx="2519100" cy="61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Desempenho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Contextual</a:t>
            </a:r>
            <a:endParaRPr sz="1500"/>
          </a:p>
        </p:txBody>
      </p:sp>
      <p:sp>
        <p:nvSpPr>
          <p:cNvPr id="56" name="Google Shape;56;p13"/>
          <p:cNvSpPr/>
          <p:nvPr/>
        </p:nvSpPr>
        <p:spPr>
          <a:xfrm>
            <a:off x="3312450" y="2709188"/>
            <a:ext cx="2519100" cy="12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Características</a:t>
            </a:r>
            <a:br>
              <a:rPr lang="pt-BR" sz="1500"/>
            </a:br>
            <a:r>
              <a:rPr lang="pt-BR" sz="1500"/>
              <a:t>Individuais</a:t>
            </a:r>
            <a:endParaRPr sz="1500"/>
          </a:p>
        </p:txBody>
      </p:sp>
      <p:cxnSp>
        <p:nvCxnSpPr>
          <p:cNvPr id="57" name="Google Shape;57;p13"/>
          <p:cNvCxnSpPr>
            <a:stCxn id="54" idx="3"/>
          </p:cNvCxnSpPr>
          <p:nvPr/>
        </p:nvCxnSpPr>
        <p:spPr>
          <a:xfrm flipH="1" rot="10800000">
            <a:off x="3312450" y="1825163"/>
            <a:ext cx="2550900" cy="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>
            <a:endCxn id="56" idx="0"/>
          </p:cNvCxnSpPr>
          <p:nvPr/>
        </p:nvCxnSpPr>
        <p:spPr>
          <a:xfrm>
            <a:off x="4570500" y="1835288"/>
            <a:ext cx="1500" cy="87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/>
          <p:nvPr/>
        </p:nvSpPr>
        <p:spPr>
          <a:xfrm>
            <a:off x="5772475" y="1825807"/>
            <a:ext cx="2519100" cy="61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Desempenho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de Tarefas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